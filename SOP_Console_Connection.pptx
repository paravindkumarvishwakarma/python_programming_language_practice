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SOP: Console Connection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Standard Procedure for Cisco &amp; Aruba Devices</a:t>
            </a:r>
          </a:p>
          <a:p>
            <a:r>
              <a:t>IT Department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Prerequisites - Hardware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Network Device:</a:t>
            </a:r>
          </a:p>
          <a:p>
            <a:r>
              <a:t>    - Cisco Switch / Router</a:t>
            </a:r>
          </a:p>
          <a:p>
            <a:r>
              <a:t>    - Aruba Access Point / Controller</a:t>
            </a:r>
          </a:p>
          <a:p/>
          <a:p>
            <a:r>
              <a:t>• Cables:</a:t>
            </a:r>
          </a:p>
          <a:p>
            <a:r>
              <a:t>    - RJ45 to USB Console Cable (Standard/Legacy)</a:t>
            </a:r>
          </a:p>
          <a:p>
            <a:r>
              <a:t>    - USB-C to USB-A Cable (Newer Devices)</a:t>
            </a:r>
          </a:p>
          <a:p/>
          <a:p>
            <a:r>
              <a:t>• Computer:</a:t>
            </a:r>
          </a:p>
          <a:p>
            <a:r>
              <a:t>    - Laptop or PC with USB port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Prerequisites - Software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Terminal Emulator:</a:t>
            </a:r>
          </a:p>
          <a:p>
            <a:r>
              <a:t>    - Windows: PuTTY, Tera Term, SecureCRT</a:t>
            </a:r>
          </a:p>
          <a:p>
            <a:r>
              <a:t>    - macOS: Terminal, Serial</a:t>
            </a:r>
          </a:p>
          <a:p/>
          <a:p>
            <a:r>
              <a:t>• Drivers:</a:t>
            </a:r>
          </a:p>
          <a:p>
            <a:r>
              <a:t>    - Ensure FTDI or PL2303 drivers are installed.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Step A - Physical Connection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Scenario 1: Standard RJ45 Port</a:t>
            </a:r>
          </a:p>
          <a:p>
            <a:r>
              <a:t>1. Locate port labeled 'CONSOLE' (Blue outline).</a:t>
            </a:r>
          </a:p>
          <a:p>
            <a:r>
              <a:t>2. Plug RJ45 end into device.</a:t>
            </a:r>
          </a:p>
          <a:p>
            <a:r>
              <a:t>3. Plug USB end into laptop.</a:t>
            </a:r>
          </a:p>
          <a:p/>
          <a:p>
            <a:r>
              <a:t>Scenario 2: USB-C Port</a:t>
            </a:r>
          </a:p>
          <a:p>
            <a:r>
              <a:t>1. Locate port with Wrench/Laptop icon.</a:t>
            </a:r>
          </a:p>
          <a:p>
            <a:r>
              <a:t>2. Plug USB-C end into device.</a:t>
            </a:r>
          </a:p>
          <a:p>
            <a:r>
              <a:t>3. Plug USB-A end into laptop.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Step B - Identify COM Port (Windows)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Right-click Start Button -&gt; Device Manager.</a:t>
            </a:r>
          </a:p>
          <a:p>
            <a:r>
              <a:t>2. Expand 'Ports (COM &amp; LPT)'.</a:t>
            </a:r>
          </a:p>
          <a:p>
            <a:r>
              <a:t>3. Look for 'USB Serial Port'.</a:t>
            </a:r>
          </a:p>
          <a:p>
            <a:r>
              <a:t>4. Note the COM Number (e.g., COM3, COM4).</a:t>
            </a:r>
          </a:p>
          <a:p/>
          <a:p>
            <a:r>
              <a:t>Note: If port is missing, reinstall cable drivers.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 Step C - Terminal Configuration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Open PuTTY (or equivalent)</a:t>
            </a:r>
          </a:p>
          <a:p>
            <a:r>
              <a:t>• Connection Type: Serial</a:t>
            </a:r>
          </a:p>
          <a:p>
            <a:r>
              <a:t>• Serial Line: [Your COM Port] (e.g., COM3)</a:t>
            </a:r>
          </a:p>
          <a:p>
            <a:r>
              <a:t>• Speed (Baud): 9600</a:t>
            </a:r>
          </a:p>
          <a:p>
            <a:r>
              <a:t>• Data bits: 8</a:t>
            </a:r>
          </a:p>
          <a:p>
            <a:r>
              <a:t>• Stop bits: 1</a:t>
            </a:r>
          </a:p>
          <a:p>
            <a:r>
              <a:t>• Parity: None</a:t>
            </a:r>
          </a:p>
          <a:p>
            <a:r>
              <a:t>• Flow Control: None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6. Access &amp; Troubleshooting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Accessing CLI:</a:t>
            </a:r>
          </a:p>
          <a:p>
            <a:r>
              <a:t>    - Click 'Open'.</a:t>
            </a:r>
          </a:p>
          <a:p>
            <a:r>
              <a:t>    - Press 'Enter' until prompt appears (Switch&gt;).</a:t>
            </a:r>
          </a:p>
          <a:p/>
          <a:p>
            <a:r>
              <a:t>• Troubleshooting:</a:t>
            </a:r>
          </a:p>
          <a:p>
            <a:r>
              <a:t>    - Garbage Characters? Change Speed to 115200 (Aruba APs).</a:t>
            </a:r>
          </a:p>
          <a:p>
            <a:r>
              <a:t>    - No Response? Check power and correct 'Console' port.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